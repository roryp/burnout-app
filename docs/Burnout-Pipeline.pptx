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B82F6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GitHub Issues → In-Memory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Issues synced via MCP (authenticated) or public API (rate-limited: 1 per repo per 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9 Fields Per Issue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number, title, body, labels, assignees, createdAt, updatedAt, state,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Demo Labels Override Real Timestamps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demo:touched-today, demo:after-hours, demo:stale-14d — if present, real timestamps are ignored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A78BFA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Buckets — First Match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DEEP_WORK (critical, security, architecture) → QUICK_WIN (good-first-issue, trivial) → MAINTENANCE (dependencies, docs, chore) → DEFERRED (default)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Hour Estimation from Labels &amp; 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size:s → 0.5h, size:m → 2h, size:l → 4h, size:xl → 8h; body length heuristic as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3-3-3 Day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1 deep work + 3 quick wins + 3 maintenance = 7 active max — everything else is deferred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Metrics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Chaos Score 0–10 (5 signals × 2 pts each)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mystery meat ≥ 3, urgent ≥ 3, context switching ≥ 6, after-hours activity, label sprawl ≥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Compliance Score 100 → 0 (8 violation types)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CRITICAL −25 (multiple deep work, overload &gt;7) · WARNING −10 (bucket overflow) · INFO −5 (no deep work, stale backlog)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Timezone-Aware After-Hours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Working hours: 9 AM – 6 PM in the user's timezone — weekends always count as after-hours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DD4BF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Stress Score (0–100)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6-Component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Workload (0–40) · Chaos (0–30) · Context Switching (0–15) · Clarity (0–10) · Sustained Load (0–15) · After Hours (0–10)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Stress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≥ 70 CRITICAL · ≥ 50 HIGH · ≥ 30 MODERATE · &lt; 30 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12 Capped World State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All inputs are capped (e.g. totalAssigned ≤ 15, deferred ≤ 10, mysteryMeat ≤ 10) to prevent overflow and keep scores deterministic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B7185"/>
                </a:solidFill>
                <a:latin typeface="Segoe UI"/>
              </a:defRPr>
            </a:pPr>
            <a:r>
              <a:t>STAGE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LangChain4j Supervisor with 5 Sub-Agents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DeferAgent · DelegateAgent · ClassifyAgent · ScopeAgent · WellnessAgent — each with @Tool methods that apply GitHub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Protection Triggers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Fires when: 2+ consecutive high-chaos days, after-hours activity, stress ≥ 70, or 10+ assigned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Deterministic Fallback — Always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Every AI agent has a fallback path — when the LLM is unavailable, all features continue with deterministic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818CF8"/>
                </a:solidFill>
                <a:latin typeface="Segoe UI"/>
              </a:defRPr>
            </a:pPr>
            <a:r>
              <a:t>STAGE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Output &amp;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GitHub Mutation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Applies labels (deferred, quick-win, deep-work, 3-3-3, needs-scope…) and comments to reshape your day into the 3-3-3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Friday Deploy Score (0–100)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587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Deductions for chaos &gt;5, urgent unassigned, after-hours, mystery meat — status: READY ≥ 80 · CAUTION ≥ 50 · NOT_READY &lt; 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Stress Snapshots Persisted (JPA)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3036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Every check-in saved with all 6 breakdown components + optional self-report — powers the Study Dashboard trend charts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