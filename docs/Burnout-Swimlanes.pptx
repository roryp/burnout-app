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DETERMINISTIC LANE — metrics calculated on every checkin / flamegraph / reshape</a:t>
            </a:r>
          </a:p>
          <a:p>
            <a:r>
              <a:t>1. Ingestion — Issues loaded from in-memory IssueCache (populated by /demo/api/seed, /demo/api/sync, or MCP sync_issues).</a:t>
            </a:r>
          </a:p>
          <a:p>
            <a:r>
              <a:t>2. Chaos Metrics — ChaosMetricsService runs FIRST. Five binary signals each worth 2 points: mystery meat ≥ 3, urgent ≥ 3, context switching ≥ 6, after-hours, label sprawl ≥ 12. Score 0–10.</a:t>
            </a:r>
          </a:p>
          <a:p>
            <a:r>
              <a:t>3. Classify + Comply — IssueClassifierService sorts issues into DEEP_WORK / QUICK_WIN / MAINTENANCE / DEFERRED (first-match-wins). ComplianceService checks 8 violation rules (score 100 → 0). 3-3-3 day plan built here.</a:t>
            </a:r>
          </a:p>
          <a:p>
            <a:r>
              <a:t>4. Stress Score — WorldState aggregates chaos + classification into 12 capped variables. Six components summed: Workload (0–40), Chaos (0–30), Context Switching (0–15), Clarity (0–10), Sustained (0–15), After Hours (0–10). Total capped at 100. This is the BEFORE score.</a:t>
            </a:r>
          </a:p>
          <a:p/>
          <a:p>
            <a:r>
              <a:t>RESHAPE LANE — only runs on POST /demo/api/reshape (and MCP reshape_day)</a:t>
            </a:r>
          </a:p>
          <a:p>
            <a:r>
              <a:t>5a. DETERMINISTIC PRE-PASS — runs in BurnoutSupervisorService BEFORE any LLM call:</a:t>
            </a:r>
          </a:p>
          <a:p>
            <a:r>
              <a:t>    • triageUrgent(n) is invoked directly for every unassigned-urgent issue, stripping       `urgent` / `priority:critical` / `priority:high` and adding `triaged,backlog`.</a:t>
            </a:r>
          </a:p>
          <a:p>
            <a:r>
              <a:t>    • defuseChaosInputs(clock) replaces empty bodies with a scope-pending placeholder       and normalises after-hours / touched-today timestamps to 10:00 in the demo clock zone.</a:t>
            </a:r>
          </a:p>
          <a:p>
            <a:r>
              <a:t>    These two calls guarantee the chaos score drops on every reshape, regardless of which     sub-agents the LLM picks. The supervisor is told the unassigned-urgent issues are     already triaged and to leave them alone.</a:t>
            </a:r>
          </a:p>
          <a:p>
            <a:r>
              <a:t>5b. LANGCHAIN4J SUPERVISOR — AgenticServices.supervisorBuilder() with maxAgentsInvocations=15     and SupervisorResponseStrategy.SUMMARY. Six sub-agents are registered:</a:t>
            </a:r>
          </a:p>
          <a:p>
            <a:r>
              <a:t>    • TriageAgent (final cleanup if pre-pass missed anything)</a:t>
            </a:r>
          </a:p>
          <a:p>
            <a:r>
              <a:t>    • DeferAgent (defer + next-sprint, unassign)</a:t>
            </a:r>
          </a:p>
          <a:p>
            <a:r>
              <a:t>    • DelegateAgent (delegate + needs-owner, unassign)</a:t>
            </a:r>
          </a:p>
          <a:p>
            <a:r>
              <a:t>    • ClassifyAgent (quick-win / deep-work / maintenance labels for the 3-3-3 plan)</a:t>
            </a:r>
          </a:p>
          <a:p>
            <a:r>
              <a:t>    • ScopeAgent (needs-scope + blocked)</a:t>
            </a:r>
          </a:p>
          <a:p>
            <a:r>
              <a:t>    • WellnessAgent (suggestBreak, slowIntake, blockCalendarTime)</a:t>
            </a:r>
          </a:p>
          <a:p>
            <a:r>
              <a:t>    Every agent has a deterministic fallback if the LLM is unavailable.</a:t>
            </a:r>
          </a:p>
          <a:p>
            <a:r>
              <a:t>5c. LABEL MUTATIONS — Each @Tool method on BurnoutMutationTool emits records from the     sealed GitHubAction interface: AddLabels, RemoveLabels, Comment, Unassign, SetBody,     SetUpdatedAt. Mutations are buffered, not applied directly to GitHub.</a:t>
            </a:r>
          </a:p>
          <a:p/>
          <a:p>
            <a:r>
              <a:t>OUTPUT LANE</a:t>
            </a:r>
          </a:p>
          <a:p>
            <a:r>
              <a:t>6a. Apply Mutations — DemoFlamegraphController.applyMutationsToIssues writes the buffered     label/body/timestamp changes to the in-memory IssueCache (not to GitHub).</a:t>
            </a:r>
          </a:p>
          <a:p>
            <a:r>
              <a:t>6b. Recalculate — The ENTIRE deterministic pipeline reruns on the mutated issues.     Chaos drops (urgent stripped, bodies filled, timestamps normalised), classification     re-buckets with the new labels, new stress score is computed. This is the AFTER score     (~58 → ~8 in the demo).</a:t>
            </a:r>
          </a:p>
          <a:p>
            <a:r>
              <a:t>6c. Friday Score — Deploy readiness: READY ≥ 80, CAUTION ≥ 50, NOT_READY &lt; 50.</a:t>
            </a:r>
          </a:p>
          <a:p>
            <a:r>
              <a:t>6d. Persist Snapshot — JPA StressSnapshot with all 6 components + optional self-report.     Powers the Study Dashboard trend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8FAFC"/>
                </a:solidFill>
                <a:latin typeface="Segoe UI"/>
              </a:defRPr>
            </a:pPr>
            <a:r>
              <a:t>Reshape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103120" y="1005840"/>
            <a:ext cx="9601200" cy="1371600"/>
          </a:xfrm>
          <a:prstGeom prst="rect">
            <a:avLst/>
          </a:prstGeom>
          <a:solidFill>
            <a:srgbClr val="141E30"/>
          </a:solidFill>
          <a:ln w="9525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2606040"/>
            <a:ext cx="9601200" cy="1691640"/>
          </a:xfrm>
          <a:prstGeom prst="rect">
            <a:avLst/>
          </a:prstGeom>
          <a:solidFill>
            <a:srgbClr val="141E30"/>
          </a:solidFill>
          <a:ln w="9525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4526280"/>
            <a:ext cx="9601200" cy="1188720"/>
          </a:xfrm>
          <a:prstGeom prst="rect">
            <a:avLst/>
          </a:prstGeom>
          <a:solidFill>
            <a:srgbClr val="141E30"/>
          </a:solidFill>
          <a:ln w="9525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417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D4BF"/>
                </a:solidFill>
                <a:latin typeface="Segoe UI"/>
              </a:defRPr>
            </a:pPr>
            <a:r>
              <a:t>DETERMINISTIC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691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(metrics)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B7185"/>
                </a:solidFill>
                <a:latin typeface="Segoe UI"/>
              </a:defRPr>
            </a:pPr>
            <a:r>
              <a:t>RESHAPE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3832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(pre-pass + 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892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18CF8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298448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0B1A31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49961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298448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311F02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9961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Chaos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298448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211B32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49961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Classify + Comply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298448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092A2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49961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Stress Score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389120" y="1595628"/>
            <a:ext cx="320040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6766560" y="1595628"/>
            <a:ext cx="320040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9144000" y="1595628"/>
            <a:ext cx="320040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10401300" y="2121408"/>
            <a:ext cx="182880" cy="758952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0320" y="2880360"/>
            <a:ext cx="2651760" cy="1234440"/>
          </a:xfrm>
          <a:prstGeom prst="roundRect">
            <a:avLst>
              <a:gd name="adj" fmla="val 15000"/>
            </a:avLst>
          </a:prstGeom>
          <a:solidFill>
            <a:srgbClr val="092A2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9718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DETERMINISTIC PRE-PASS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264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triageUrgent(n)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566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defuseChaosInputs(clock)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8404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no LLM — guarantees drop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2880360"/>
            <a:ext cx="3291840" cy="1234440"/>
          </a:xfrm>
          <a:prstGeom prst="roundRect">
            <a:avLst>
              <a:gd name="adj" fmla="val 15000"/>
            </a:avLst>
          </a:prstGeom>
          <a:solidFill>
            <a:srgbClr val="32161A"/>
          </a:solidFill>
          <a:ln w="190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2971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B7185"/>
                </a:solidFill>
                <a:latin typeface="Segoe UI"/>
              </a:defRPr>
            </a:pPr>
            <a:r>
              <a:t>LANGCHAIN4J SUPERVISOR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2644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6 Sub-Agents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5570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Triage · Defer · Delegate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7307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Classify · Scope · Wellness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8862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max 15 invocations ·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2880360"/>
            <a:ext cx="2194560" cy="1234440"/>
          </a:xfrm>
          <a:prstGeom prst="roundRect">
            <a:avLst>
              <a:gd name="adj" fmla="val 15000"/>
            </a:avLst>
          </a:prstGeom>
          <a:solidFill>
            <a:srgbClr val="2F0F16"/>
          </a:solidFill>
          <a:ln w="19050">
            <a:solidFill>
              <a:srgbClr val="EC4C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4C6F"/>
                </a:solidFill>
                <a:latin typeface="Segoe UI"/>
              </a:defRPr>
            </a:pPr>
            <a:r>
              <a:t>@Tool METHODS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264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Label Mutations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5570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AddLabels · RemoveLabels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7216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Comment · Unassign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8679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SetBody · SetUpdatedAt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230368" y="3406140"/>
            <a:ext cx="237744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8796528" y="3406140"/>
            <a:ext cx="237744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10058400" y="4133088"/>
            <a:ext cx="182880" cy="576072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377440" y="4727448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191C31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77440" y="49286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Apply Mutations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36592" y="4727448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311F02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36592" y="49286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Recalculate 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95744" y="4727448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092A2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95744" y="49286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Friday Score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54896" y="4727448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191C31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4896" y="49286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Persist Snapshot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4407408" y="5024628"/>
            <a:ext cx="310896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ight Arrow 51"/>
          <p:cNvSpPr/>
          <p:nvPr/>
        </p:nvSpPr>
        <p:spPr>
          <a:xfrm>
            <a:off x="6766560" y="5024628"/>
            <a:ext cx="310896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ight Arrow 52"/>
          <p:cNvSpPr/>
          <p:nvPr/>
        </p:nvSpPr>
        <p:spPr>
          <a:xfrm>
            <a:off x="9125712" y="5024628"/>
            <a:ext cx="310896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0" y="58978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Segoe UI"/>
              </a:defRPr>
            </a:pPr>
            <a:r>
              <a:t>Deterministic metrics  →  Pre-pass guarantees the drop  →  AI rebalances  →  Recalculate  →  Persist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