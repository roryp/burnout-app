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7 Friction Points Causing Developer Burnout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88CCFF"/>
                </a:solidFill>
              </a:defRPr>
            </a:pPr>
            <a:r>
              <a:t>How Burnout-as-a-Service detects and mitigates each 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1. Fragmentation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88CCFF"/>
                </a:solidFill>
              </a:defRPr>
            </a:pPr>
            <a:r>
              <a:t>Too many tools, tabs, models, prompts, and context switches</a:t>
            </a:r>
          </a:p>
        </p:txBody>
      </p:sp>
      <p:pic>
        <p:nvPicPr>
          <p:cNvPr id="4" name="Picture 3" descr="01-frag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417320"/>
            <a:ext cx="96012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2. Learning Pressure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88CCFF"/>
                </a:solidFill>
              </a:defRPr>
            </a:pPr>
            <a:r>
              <a:t>The constant feeling that you're already behind</a:t>
            </a:r>
          </a:p>
        </p:txBody>
      </p:sp>
      <p:pic>
        <p:nvPicPr>
          <p:cNvPr id="4" name="Picture 3" descr="02-learning-pres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417320"/>
            <a:ext cx="96012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3. Performance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88CCFF"/>
                </a:solidFill>
              </a:defRPr>
            </a:pPr>
            <a:r>
              <a:t>Pressure to produce more, faster, because AI exists</a:t>
            </a:r>
          </a:p>
        </p:txBody>
      </p:sp>
      <p:pic>
        <p:nvPicPr>
          <p:cNvPr id="4" name="Picture 3" descr="03-performance-stand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417320"/>
            <a:ext cx="96012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4.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88CCFF"/>
                </a:solidFill>
              </a:defRPr>
            </a:pPr>
            <a:r>
              <a:t>Doing cognitively heavy work alone, with less human grounding</a:t>
            </a:r>
          </a:p>
        </p:txBody>
      </p:sp>
      <p:pic>
        <p:nvPicPr>
          <p:cNvPr id="4" name="Picture 3" descr="04-iso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417320"/>
            <a:ext cx="96012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5. Interface Friction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88CCFF"/>
                </a:solidFill>
              </a:defRPr>
            </a:pPr>
            <a:r>
              <a:t>Fighting clunky tools instead of flowing through the work</a:t>
            </a:r>
          </a:p>
        </p:txBody>
      </p:sp>
      <p:pic>
        <p:nvPicPr>
          <p:cNvPr id="4" name="Picture 3" descr="05-interface-fr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417320"/>
            <a:ext cx="96012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6. Altitude Sickness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88CCFF"/>
                </a:solidFill>
              </a:defRPr>
            </a:pPr>
            <a:r>
              <a:t>Strategic thinking pulled into fine-grained review and execution</a:t>
            </a:r>
          </a:p>
        </p:txBody>
      </p:sp>
      <p:pic>
        <p:nvPicPr>
          <p:cNvPr id="4" name="Picture 3" descr="06-altitude-sick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417320"/>
            <a:ext cx="96012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7. Workload Creep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88CCFF"/>
                </a:solidFill>
              </a:defRPr>
            </a:pPr>
            <a:r>
              <a:t>AI makes more possible, so more gets expected</a:t>
            </a:r>
          </a:p>
        </p:txBody>
      </p:sp>
      <p:pic>
        <p:nvPicPr>
          <p:cNvPr id="4" name="Picture 3" descr="07-workload-cr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417320"/>
            <a:ext cx="960120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